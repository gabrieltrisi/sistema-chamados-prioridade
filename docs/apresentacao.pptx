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7ce1ddb-604e-a32e-c63c-2bf513fbd1ce}">
          <p14:sldIdLst>
            <p14:sldId id="256"/>
            <p14:sldId id="257"/>
          </p14:sldIdLst>
        </p14:section>
        <p14:section name="Problema e solução" id="{479440c9-17e3-5559-404e-d135e1633b64}">
          <p14:sldIdLst>
            <p14:sldId id="258"/>
            <p14:sldId id="259"/>
            <p14:sldId id="260"/>
          </p14:sldIdLst>
        </p14:section>
        <p14:section name="As três estruturas" id="{c3bf9762-f8d0-5433-ac4b-70c64573a3d4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omparação" id="{0d82beaf-eff6-a44e-dd8e-72f668c498c7}">
          <p14:sldIdLst>
            <p14:sldId id="267"/>
            <p14:sldId id="268"/>
            <p14:sldId id="269"/>
            <p14:sldId id="270"/>
          </p14:sldIdLst>
        </p14:section>
        <p14:section name="Escolha" id="{ee41524d-a792-7769-c0de-f2f46e56c8c4}">
          <p14:sldIdLst>
            <p14:sldId id="271"/>
            <p14:sldId id="272"/>
          </p14:sldIdLst>
        </p14:section>
        <p14:section name="Demonstração" id="{a8b07ef6-54e5-0e67-51d0-6c9c5800bc31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Max-Heap</c:v>
                </c:pt>
              </c:strCache>
            </c:strRef>
          </c:tx>
          <c:spPr>
            <a:solidFill>
              <a:srgbClr val="1F8A7E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Cenário A: prioridades 1 a 1.000</c:v>
                  </c:pt>
                  <c:pt idx="1">
                    <c:v>Cenário B: prioridades 1 a 5 (real)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0.24</c:v>
                </c:pt>
                <c:pt idx="1">
                  <c:v>0.23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Lista Encadeada</c:v>
                </c:pt>
              </c:strCache>
            </c:strRef>
          </c:tx>
          <c:spPr>
            <a:solidFill>
              <a:srgbClr val="D98A1C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Cenário A: prioridades 1 a 1.000</c:v>
                  </c:pt>
                  <c:pt idx="1">
                    <c:v>Cenário B: prioridades 1 a 5 (real)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25.08</c:v>
                </c:pt>
                <c:pt idx="1">
                  <c:v>30.15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Árvore de Busca</c:v>
                </c:pt>
              </c:strCache>
            </c:strRef>
          </c:tx>
          <c:spPr>
            <a:solidFill>
              <a:srgbClr val="6E56A6"/>
            </a:solidFill>
            <a:effectLst/>
          </c:spPr>
          <c:invertIfNegative val="0"/>
          <c:dLbls>
            <c:numFmt formatCode="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Cenário A: prioridades 1 a 1.000</c:v>
                  </c:pt>
                  <c:pt idx="1">
                    <c:v>Cenário B: prioridades 1 a 5 (real)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0.23</c:v>
                </c:pt>
                <c:pt idx="1">
                  <c:v>10.04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7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82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782"/>
                    </a:solidFill>
                    <a:latin typeface="+mn-lt"/>
                  </a:rPr>
                  <a:t>milhões de comparações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4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Max-Heap</c:v>
                </c:pt>
              </c:strCache>
            </c:strRef>
          </c:tx>
          <c:spPr>
            <a:solidFill>
              <a:srgbClr val="1F8A7E"/>
            </a:solidFill>
            <a:ln w="38100" cap="flat">
              <a:solidFill>
                <a:srgbClr val="1F8A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8A7E"/>
              </a:solidFill>
              <a:ln w="9525" cap="flat">
                <a:solidFill>
                  <a:srgbClr val="1F8A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2.500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0.017</c:v>
                </c:pt>
                <c:pt idx="1">
                  <c:v>0.049</c:v>
                </c:pt>
                <c:pt idx="2">
                  <c:v>0.107</c:v>
                </c:pt>
                <c:pt idx="3">
                  <c:v>0.234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Lista Encadeada</c:v>
                </c:pt>
              </c:strCache>
            </c:strRef>
          </c:tx>
          <c:spPr>
            <a:solidFill>
              <a:srgbClr val="D98A1C"/>
            </a:solidFill>
            <a:ln w="38100" cap="flat">
              <a:solidFill>
                <a:srgbClr val="D98A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8A1C"/>
              </a:solidFill>
              <a:ln w="9525" cap="flat">
                <a:solidFill>
                  <a:srgbClr val="D98A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2.500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0.291</c:v>
                </c:pt>
                <c:pt idx="1">
                  <c:v>1.845</c:v>
                </c:pt>
                <c:pt idx="2">
                  <c:v>7.49</c:v>
                </c:pt>
                <c:pt idx="3">
                  <c:v>30.15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Árvore de Busca</c:v>
                </c:pt>
              </c:strCache>
            </c:strRef>
          </c:tx>
          <c:spPr>
            <a:solidFill>
              <a:srgbClr val="6E56A6"/>
            </a:solidFill>
            <a:ln w="38100" cap="flat">
              <a:solidFill>
                <a:srgbClr val="6E5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E56A6"/>
              </a:solidFill>
              <a:ln w="9525" cap="flat">
                <a:solidFill>
                  <a:srgbClr val="6E5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2.500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0.103</c:v>
                </c:pt>
                <c:pt idx="1">
                  <c:v>0.634</c:v>
                </c:pt>
                <c:pt idx="2">
                  <c:v>2.517</c:v>
                </c:pt>
                <c:pt idx="3">
                  <c:v>10.037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82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782"/>
                    </a:solidFill>
                    <a:latin typeface="+mn-lt"/>
                  </a:rPr>
                  <a:t>chamados na fila (prioridades 1 a 5)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82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6782"/>
                    </a:solidFill>
                    <a:latin typeface="+mn-lt"/>
                  </a:rPr>
                  <a:t>milhões de comparações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43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Apresento o tema: um sistema que distribui chamados de suporte técnico por prioridade. A pergunta que o trabalho responde é: qual estrutura de dados é a mais adequada para esse problema e por quê. Os círculos à direita mostram a ideia central: quanto maior o número, mais urgente é o chamado.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Começo pela conclusão, para o professor saber aonde quero chegar. A estrutura escolhida é o Max-Heap. Os três números são a prova, e vou explicar cada um ao longo da apresentação: o heap fica baixinho (14 níveis), enquanto a árvore de busca degenera; e ele faz muito menos comparações que as outras duas estruturas.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situação é real e comum em qualquer empresa: o suporte de TI recebe pedidos misturados e atende por ordem de chegada ou de quem viu primeiro. O problema é que um chamado crítico, como um servidor parado, pode esperar atrás de um pedido simples. A solução começa dando a cada chamado um nível de 1 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ponto mais importante da análise. À esquerda, as regras de negócio. À direita, as três características que vão decidir qual estrutura é melhor: o sistema só insere e retira o mais urgente; não precisa da fila toda ordenada; e, como há só 5 níveis, muitos chamados têm a mesma prioridade. Vou voltar a essas três características na hora de escolher a 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 é um sistema de terminal em Python. O fluxo é simples: o chamado é aberto, entra na estrutura de dados, e o técnico sempre recebe o mais urgente. A estrutura de dados é o coração do sistema, porque é ela que decide quem sai. Implementei três estruturas com exatamente as mesmas operações, para poder comparar de forma 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Max-Heap é uma árvore binária completa, mas guardada num array. A única regra é que todo pai é maior que os filhos, então o maior está sempre na posição 0. Não preciso de ponteiros: com as fórmulas 2i+1 e 2i+2 acho os filhos, e com (i-1)/2 acho o pai. Para inserir, coloco no fim e vou subindo; para atender, tiro o topo, ponho o último no lugar e vou descendo. Isso está no arquivo estruturas/max_heap.py, métodos _subir e _descer.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 o heap: as três operações que a central usa custam no máximo log de n. Com um milhão de chamados, são 20 trocas. A limitação é que ele não serve para buscar um chamado específico, mas isso é uma operação rara nesse problema. Então o impacto é muito positivo: ele é bom justamente no que a central faz o tempo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segunda estrutura é a mais intuitiva: deixar a fila sempre ordenada. Cada nó aponta para o próximo e o mais urgente fica na cabeça. Atender é instantâneo: basta tirar a cabeça. O problema aparece na inserção: para colocar um chamado novo no lugar certo, a lista precisa andar nó por nó. Com muitos chamados, isso fica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é ótima para atender, mas paga caro para inserir. E o pior caso dela é justamente o nosso problema: com prioridades repetidas, um chamado novo precisa passar por todos os chamados do mesmo nível. Na prática, num dia de crise, abrir chamado fica lento quando mais gente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terceira estrutura é a árvore binária de busca. O mais urgente é o nó mais à direita. O custo depende da altura. Quando as prioridades são variadas, a árvore fica equilibrada e é rápida. Mas quando as chaves se repetem, cada nova entra sempre do mesmo lado e a árvore vira uma lista. Na central só existem 5 prioridades, então isso acontece o tempo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árvore tem vantagens reais: com dados variados ela é rápida e mantém tudo ordenado. Mas não tem garantia. Medi a altura com 10.000 chamados de prioridade 1 a 5: deu 2.074 níveis, quando o heap tem 14. Para resolver isso eu precisaria de uma árvore balanceada, como a AVL, que é bem mais complexa. Também tive que escrever as operações sem recursão, porque com a árvore degenerada a recursão estourava o limite do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tabela segue exatamente os critérios pedidos no trabalho. Em verde está onde cada estrutura vai bem. A lista ganha em facilidade de implementação, mas perde no custo da inserção. A árvore depende da altura. O heap é o único com inserção e remoção equilibradas e o melhor desempenho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 do benchmark. Usei comparações em vez de só tempo, porque o tempo muda de computador para computador e as comparações não. No cenário A, com prioridades espalhadas, a árvore empata com o heap; isso é esperado e mostra que ela só é boa quando os dados ajudam. No cenário B, que é o caso real, a árvore faz 43 vezes mais comparações. O heap faz praticamente o mesmo trabalho nos dois cenários.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mostra o que acontece quando a fila cresce. Quando dobrei a quantidade de chamados, de 5 mil para 10 mil, o trabalho da lista e da árvore quadruplicou. Isso é o comportamento quadrático. O heap só dobrou e um pouco, que é o comportamento n log n. Ou seja: quanto maior a central, maior a vantagem do 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explica o motivo dos números anteriores. O custo das operações depende da altura. O heap é sempre uma árvore completa, então sua altura é log de n, sem exceção: 14 níveis para 10 mil chamados. A árvore de busca, com os mesmos dados, ficou com 2.074 níveis. A lista é, na prática, uma sequência de 10 mil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justificativa técnica que o trabalho pede. Não digo apenas que o heap é melhor: ligo cada necessidade do problema a uma característica dele. Saber o próximo: está na posição 0. Picos de chamados: log de n. Muitas repetições: a árvore é sempre completa, não degenera. Desempate pelo mais antigo: está na comparação. E não precisa da fila ordenada, então o heap não faz trabalho desnecessário.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a escolha, explico por que descartei as outras. A lista coloca todo o custo na inserção. A árvore tem no nosso problema o seu pior caso. E a conclusão é importante: o heap não é melhor em tudo. Ele não busca um chamado qualquer, por exemplo. Ele é o mais adequado para este problema específico, porque o problema só pede o que o heap faz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demonstração. Rodo o programa e mostro: abrir um chamado crítico, e o sistema exibe cada troca que o heap fez. Depois a opção 4, que mostra as três estruturas por dentro: o array do heap e a mesma informação como árvore, a lista com os ponteiros e a árvore de busca desenhada. Repare que, com só 6 chamados, a árvore de busca já tem altura 5. Depois atendo o chamado mais urgente e rodo o benchmark ao vivo. Se perguntarem onde está a estrutura de dados no código: estruturas/max_heap.py, métodos inserir, _subir, remover_mais_urgente e _descer.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um mapa do código, para o professor achar cada estrutura no repositório. Cada ED está num arquivo separado. Os testes garantem que o heap sempre entrega o mais urgente primeiro e que a regra do heap se mantém depois de cada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Encerro com a ideia principal do trabalho: a escolha da estrutura de dados depende das operações que o problema exige. Aqui o problema só pede inserir e retirar o mais urgente, e é exatamente nisso que o heap é melhor. Abro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4980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Estrutura de Dados  |  Sistema de Chamados por Prioridade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Distribuição de Chamados Técnicos por Prioridade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Qual Estrutura de Dados é mais adequada para atender sempre o chamado mais urgente, e por quê?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Gabriel Trisi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Estrutura de Dados  |  Prof. MSc Eng Heleno Cardoso  |  UniRuy Wyden  | 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0" y="9144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0" y="914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89720" y="20116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8972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235440" y="3108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23544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1160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811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26880" y="53035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87000" y="1188720"/>
            <a:ext cx="914" cy="42062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469880" y="1097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maior número = mais urgente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 em uma frase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Max-Heap (fila de prioridade). </a:t>
            </a:r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Ele faz só o que a central precisa, achar e retirar o chamado mais urgente, com custo O(log n) garantido, mesmo quando muitos chamados têm a mesma prioridade.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níveis no heap com 10.000 chamados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árvore de busca, com os mesmos dados, ficou com 2.074 níveis.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30632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128x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menos comparações que a lista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234 mil contra 30,1 milhões, para inserir e atender 10.000 chamados.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06324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43x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menos comparações que a árvore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cenário real, com prioridades de 1 a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Situação-problema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equipe de TI recebe chamados de suporte o dia inteiro, por e-mail e WhatsApp, e cada técnico pega o que vê primeiro.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Resultado: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servidor fora do ar espera na fila atrás de uma troca de toner, enquanto a empresa inteira fica sem sistema.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Cada chamado precisa receber um nível de urgência, e a central precisa atender sempre o mais urgente primeiro.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Níveis de prioridade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011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Crítica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Servidor de banco de dados fora do 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834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7889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Urgente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VPN caindo para a equipe comercial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5661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Lentidão no sistema de vendas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343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Normal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Usuário esqueceu a senha do e-mail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51663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5120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Baixa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Impressora do RH sem toner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problema exige da estrutura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Regras do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65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Quando um técnico fica livre, recebe sempre o chamado mais urgente.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337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Mesma urgência: atende primeiro o mais antigo, para ninguém ficar esquecido.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Chamados entram e saem o tempo todo; em dia de crise, são milhares.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Características que decidem a escolha da ED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965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Operações frequentes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inserir e retirar o mais urgente.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2004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337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Não precisa de ordem total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Basta saber quem é o próximo, não a fila inteira ordenada.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457200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Muitas prioridades repetidas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5 níveis para milhares de chamados: repetição é a regra.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Solução proposta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Chamado aberto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Descrição + prioridade de 1 a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0" y="2212848"/>
            <a:ext cx="5029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3484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55448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Estrutura de Dados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É a fila da central: guarda os chamados e decide quem sai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0" y="2212848"/>
            <a:ext cx="5029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21040" y="141732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49640" y="155448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Técnico atende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Recebe sempre o mais urgente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3949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61188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566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que o sistema faz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Abrir chamado com descrição e prioridade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Atender o chamado mais urgente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Mostrar a fila na ordem de atendimento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Mostrar as estruturas por dentro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Rodar teste de estresse com milhares de chamados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61188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566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as 3 EDs foram comparadas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11480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Todas implementadas do zero, em Python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Mesmas operações: inserir, remover_mais_urgente, espiar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Mesmos chamados de entrada, então a comparação é justa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Max-Heap é a ED principal; lista e árvore rodam em paralelo para comparar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ED 1: Max-Heap (fila de prioridade)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Árvore binária completa guardada dentro de um array.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Regra única: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 pai é mais urgente que seus filhos. Por isso, o chamado mais urgente está sempre na posição 0.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usa ponteiros. As posições são calculadas: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filhos de i: 2i + 1 e 2i + 2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 de i: (i - 1) // 2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Inserir: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entra no fim e sobe trocando com o pai.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sai a posição 0; o último vai para o topo e desce trocando com o filho maior.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0" y="1325880"/>
            <a:ext cx="557784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7827264" y="1929384"/>
            <a:ext cx="1280160" cy="10515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07424" y="1929384"/>
            <a:ext cx="1280160" cy="10515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095744" y="2980944"/>
            <a:ext cx="731520" cy="10515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7264" y="2980944"/>
            <a:ext cx="731520" cy="105156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23960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2396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43800" y="2697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04120" y="2697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0412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12280" y="3749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75320" y="3749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posição 0 = mais urgente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mesmo heap como array: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937760"/>
            <a:ext cx="914400" cy="54864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índice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96912" y="4937760"/>
            <a:ext cx="9144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índice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84464" y="4937760"/>
            <a:ext cx="9144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índice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72016" y="4937760"/>
            <a:ext cx="9144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72016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272016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índice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59568" y="4937760"/>
            <a:ext cx="9144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5956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259568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índice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Max-Heap: análise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sobe trocando com o pai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O(log n)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remover_mais_urgente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topo sai, último desce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O(log n)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espiar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lê a posição 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O(1)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346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Vantagens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Inserir e atender em O(log n), sempre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Mais urgente em O(1)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Não depende dos dados: repetições não pioram nada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Array: pouca memória e uso da cache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6280" y="283464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Buscar um chamado qualquer custa O(n)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Fora o topo, o array não está ordenado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Listar a fila toda exige ordenar uma cópia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283464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Impacto na solução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Atende exatamente as operações frequentes da central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limitações caem em operações raras: cancelar chamado ou listar tudo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ED 2: Lista Encadeada Ordenada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Cada chamado é um nó que aponta para o próximo. A lista fica sempre ordenada, do mais urgente para o menos urgente.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 próximo a ser atendido está sempre na cabeça.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cabeça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6974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0" y="2788920"/>
            <a:ext cx="914" cy="54864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3063240"/>
            <a:ext cx="7315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26974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2788920"/>
            <a:ext cx="914" cy="54864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063240"/>
            <a:ext cx="7315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26974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914" cy="54864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063240"/>
            <a:ext cx="7315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26974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01000" y="2788920"/>
            <a:ext cx="914" cy="54864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063240"/>
            <a:ext cx="7315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61120" y="26974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875520" y="2788920"/>
            <a:ext cx="914" cy="54864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3063240"/>
            <a:ext cx="731520" cy="914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0881360" y="2880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110642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Exemplo: chega um chamado de prioridade 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480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lista precisa começar da cabeça e passar por 5, 4, 3 e 2 até achar onde encaixar.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 10.000 chamados na fila, um chamado novo pode ter de passar por todos os outros.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Por isso inserir custa O(n), e inserir n chamados custa O(n²).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Encadeada: análise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percorre até a posição certa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O(n)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remover_mais_urgente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retira a cabeça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O(1)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espiar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lê a cabeça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O(1)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346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Vantagens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Atender e consultar em O(1)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Fila sempre ordenada: listar é só percorrer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ideia mais simples de implementar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6280" y="283464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Inserir custa O(n); n inserções custam O(n²)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Dobrar os chamados quadruplica o trabalho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Prioridades repetidas forçam percorrer o grupo inteiro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ponteiro extra por nó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283464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Impacto na solução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 o custo cai na abertura de chamados, que é frequente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 dia de crise, abrir chamado fica lento justamente quando mais gente pede ajuda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ED 3: Árvore Binária de Busca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Chave = prioridade. Menores à esquerda, maiores à direita. O mais urgente é o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nó mais à direita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O custo depende da altura h da árvore.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39496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Prioridades variadas: equilibrada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>
            <a:off x="2093976" y="3236976"/>
            <a:ext cx="114300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36976" y="3236976"/>
            <a:ext cx="114300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499616" y="4151376"/>
            <a:ext cx="59436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785616" y="4151376"/>
            <a:ext cx="594360" cy="9144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9718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828800" y="38862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28800" y="3886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14800" y="38862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0" y="3886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34440" y="48006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20440" y="48006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 ≈ log 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2240280"/>
            <a:ext cx="5394960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Prioridades repetidas: degenera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 flipH="1">
            <a:off x="9546336" y="3145536"/>
            <a:ext cx="685800" cy="6400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8860536" y="3785616"/>
            <a:ext cx="685800" cy="6400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174736" y="4425696"/>
            <a:ext cx="685800" cy="6400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7488936" y="5065776"/>
            <a:ext cx="685800" cy="6400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288036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66960" y="2880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281160" y="352044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81160" y="3520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595360" y="416052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9536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909560" y="480060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0956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223760" y="544068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223760" y="5440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 ≈ n: vira uma lista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Binária de Busca: análise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desce até um espaço vazio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O(h)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remover_mais_urgente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vai até o nó mais à direita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O(h)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espiar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vai até o nó mais à direita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0" y="1417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O(h)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346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Vantagens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 dados variados, perto de O(log n)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Mantém ordem total: lista a fila em O(n)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Permite buscar por prioridade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6280" y="2834640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 garantia: depende dos dados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 10.000 chamados de prioridade 1 a 5, a altura medida foi 2.074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Balancear (AVL) exige muito mais código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Dois ponteiros por nó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2606040"/>
            <a:ext cx="35661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8275320" y="283464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Impacto na solução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375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Funciona bem só em teste de laboratório com prioridades espalhadas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cenário real da central, degenera e perde a vantagem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Comparação entre as três EDs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Critério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Max-Heap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Lista Encadeada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Árvore de Busca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Facilidade de implementação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Média: subir e descer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Fácil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Média; balancear seria difícil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Custo das operações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Inserir e remover O(log n)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Inserir O(n), remover O(1)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O(h): de log n até 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Desempenho (10 mil chamados)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234 mil comparações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30,1 milhões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10,0 milhões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Organização dos dados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Array, ordem parcial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Nós, ordem total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Nós, ordem total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Inserção e remoção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Equilibradas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 barato, insere caro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Boas só se equilibrada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Busca e acesso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Topo O(1); busca O(n)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Topo O(1); busca O(n)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Topo O(h); por prioridade O(h)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Adequação ao problema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medido com 10.000 chamados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25880"/>
            <a:ext cx="3749040" cy="480060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092440" y="1554480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508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ler o gráfico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05740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Comparações não dependem do computador: medem o trabalho da 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Cenário A é o melhor caso da árvore: ela empata com o heap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Cenário B é o caso real: a árvore faz 43x mais comparações que o heap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heap faz quase o mesmo trabalho nos dois cenários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 3 EDs atenderam na mesma ordem: só o custo muda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fila cresce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25880"/>
            <a:ext cx="3749040" cy="480060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5.000 para 10.000 chamados (o dobro), o trabalho foi multiplicado por: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606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x4,0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Lista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O(n²)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x4,0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37033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Árvore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degenerada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x2,2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4800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Max-Heap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O(n log 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heap não degenera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Max-Heap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níveis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Árvore sempre completa: altura = log₂ n, qualquer que seja o dado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Árvore de Busca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níveis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Mesmos 10.000 chamados com prioridade 1 a 5: virou quase uma lista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Lista Encadeada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11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nós em sequência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Para inserir no fim do grupo, percorre a fila inteira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 custo de cada operação é proporcional à altura. Com 1 milhão de chamados, o heap teria só 20 níveis.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Escolha: Max-Heap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Cada necessidade da central é atendida por uma característica do heap: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NECESSIDADE DO PROBLEMA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CARACTERÍSTICA DO MAX-HEAP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Saber na hora quem é o próximo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2523744"/>
            <a:ext cx="5486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2194560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1945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mais urgente está sempre na posição 0: O(1)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809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Abrir e atender o tempo todo, inclusive em picos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0" y="3310128"/>
            <a:ext cx="5486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980944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9809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Inserir e remover em O(log n): 20 trocas para 1 milhão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6732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Poucos níveis e muitos chamados repetidos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4096512"/>
            <a:ext cx="5486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767328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37673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Árvore sempre completa: repetições não a degeneram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5371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Mais antigo primeiro no empate (R2)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0" y="4882896"/>
            <a:ext cx="5486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4553712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29400" y="45537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ordem de chegada entra na comparação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340096"/>
            <a:ext cx="51206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3400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Não precisa da fila toda ordenada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0720" y="5669280"/>
            <a:ext cx="548640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5340096"/>
            <a:ext cx="521208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29400" y="5340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Mantém só a ordem parcial: nada de trabalho a mais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as outras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Lista Encadeada Ordenada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Rápida para atender, mas paga O(n) a cada chamado aberto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Mantém a fila toda ordenada: trabalho que o problema não pede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Fez 128x mais comparações que o heap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3949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55448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Árvore Binária de Busca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5740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Boa em média, mas o problema real é o pior caso dela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5 níveis de prioridade geram chaves repetidas e a degeneram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Consertar exigiria AVL ou Rubro-Negra, bem mais complexas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6634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Conclusão: </a:t>
            </a:r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 Max-Heap não é "a estrutura mais rápida" em geral. Ele é a mais adequada para este problema porque faz só o que a central precisa, achar e retirar o mais urgente, com custo garantido e independente do padrão dos dados.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Demonstração da implementação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sistema_prioridades.py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abre a central com 5 chamados de exemplo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682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768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Opção 1: abrir chamado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mostra cada troca do heap para posicionar o chamado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27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Opção 4: ver as EDs por dentro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array do heap, ponteiros da lista e a árvore desenhada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702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70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788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Opção 2: atender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sai o mais urgente; o heap se reorganiza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21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21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29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Opção 5: benchmark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teste de estresse com 10.000 chamados ao vivo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585216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1463040"/>
            <a:ext cx="53949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MAX-HEAP ]  posição 0 = mais urgente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índice:      0   1   2   3   4  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prioridade:  5   4   5   1   3 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nível 0: [5]#2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nível 1: [4]#4  [5]#6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nível 2: [1]#1  [3]#5  [2]#3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8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LISTA ENCADEADA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cabeça -&gt; [5] -&gt; [5] -&gt; [4] -&gt; [3] -&gt;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8A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ÁRVORE DE BUSCA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(altura da árvore: 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Mesmos 6 chamados: heap com 3 níveis,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árvore de busca com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Opção 2 &gt; RESOLVIDO: #2 [5 - Crítica]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Reorganização do heap: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troca posição 0 &lt;-&gt; posição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cada parte no código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5506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417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estruturas/max_heap.py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ED 1: Max-Heap feito do zero (_subir e _descer)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1655064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0" y="1417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estruturas/lista_encadeada.py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ED 2: Lista Encadeada Ordenada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98064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2560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estruturas/arvore_bst.py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ED 3: Árvore Binária de Busca, sem recursão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2468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98064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560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sistema_prioridades.py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Programa principal: menu da central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41064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Comparação de tempo e de comparações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3941064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test_sistema_prioridades.py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 testes unitários: todos passando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83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Repositório: </a:t>
            </a:r>
            <a:pPr indent="0" marL="0">
              <a:buNone/>
            </a:pPr>
            <a:r>
              <a:rPr lang="en-US" sz="1700" dirty="0">
                <a:solidFill>
                  <a:srgbClr val="7FD1C7"/>
                </a:solidFill>
              </a:rPr>
              <a:t>github.com/gabrieltrisi/sistema-chamados-prioridade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Python 3, sem bibliotecas externas. O README traz a análise completa e o passo a passo para rodar.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Dado um problema real, a melhor Estrutura de Dados é a que combina com as operações que o problema realmente faz.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Gabriel Trisi  |  github.com/gabrieltrisi/sistema-chamados-prioridade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6880" y="21945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0" y="21945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O(log n)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ntral de Chamados">
  <a:themeElements>
    <a:clrScheme name="Central de Chamados">
      <a:dk1>
        <a:srgbClr val="1B2438"/>
      </a:dk1>
      <a:lt1>
        <a:srgbClr val="FFFFFF"/>
      </a:lt1>
      <a:dk2>
        <a:srgbClr val="2E3B57"/>
      </a:dk2>
      <a:lt2>
        <a:srgbClr val="EEF2F7"/>
      </a:lt2>
      <a:accent1>
        <a:srgbClr val="1F8A7E"/>
      </a:accent1>
      <a:accent2>
        <a:srgbClr val="D98A1C"/>
      </a:accent2>
      <a:accent3>
        <a:srgbClr val="6E56A6"/>
      </a:accent3>
      <a:accent4>
        <a:srgbClr val="D9483B"/>
      </a:accent4>
      <a:accent5>
        <a:srgbClr val="5B6782"/>
      </a:accent5>
      <a:accent6>
        <a:srgbClr val="C9D2E0"/>
      </a:accent6>
      <a:hlink>
        <a:srgbClr val="1F8A7E"/>
      </a:hlink>
      <a:folHlink>
        <a:srgbClr val="6E56A6"/>
      </a:folHlink>
    </a:clrScheme>
    <a:fontScheme name="Central de Chamad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Distribuição de Chamados Técnicos por Prioridade</dc:title>
  <dc:subject>PptxGenJS Presentation</dc:subject>
  <dc:creator>Gabriel Trisi</dc:creator>
  <cp:lastModifiedBy>Gabriel Trisi</cp:lastModifiedBy>
  <cp:revision>1</cp:revision>
  <dcterms:created xsi:type="dcterms:W3CDTF">2026-10-21T12:49:26Z</dcterms:created>
  <dcterms:modified xsi:type="dcterms:W3CDTF">2026-10-21T12:49:26Z</dcterms:modified>
</cp:coreProperties>
</file>